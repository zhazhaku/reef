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56DB"/>
                </a:solidFill>
              </a:defRPr>
            </a:pPr>
            <a:r>
              <a:rPr sz="4400"/>
              <a:t>Project Reef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rPr/>
              <a:t>Distributed AI Swarm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 sz="1800"/>
              <a:t>Multi-agent</a:t>
            </a:r>
          </a:p>
          <a:p>
            <a:pPr/>
            <a:r>
              <a:rPr sz="1800"/>
              <a:t>Skill routing</a:t>
            </a:r>
          </a:p>
          <a:p>
            <a:pPr/>
            <a:r>
              <a:rPr sz="1800"/>
              <a:t>Sandboxed exec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/>
              <a:t>Distributed system with central server and agent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 sz="1800"/>
              <a:t>Deploy</a:t>
            </a:r>
          </a:p>
          <a:p>
            <a:pPr/>
            <a:r>
              <a:rPr sz="1800"/>
              <a:t>Add roles</a:t>
            </a:r>
          </a:p>
          <a:p>
            <a:pPr/>
            <a:r>
              <a:rPr sz="1800"/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1A56DB"/>
                </a:solidFill>
              </a:defRPr>
            </a:pPr>
            <a:r>
              <a:rPr sz="4800">
                <a:solidFill>
                  <a:srgbClr val="1A56DB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rPr/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