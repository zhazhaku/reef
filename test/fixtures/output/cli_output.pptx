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A56DB"/>
                </a:solidFill>
              </a:defRPr>
            </a:pPr>
            <a:r>
              <a:rPr sz="4400"/>
              <a:t>Project Reef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rPr sz="2400"/>
              <a:t>A Distributed AI Swarm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rPr sz="1800"/>
              <a:t>Multi-agent orchestration</a:t>
            </a:r>
          </a:p>
          <a:p>
            <a:pPr/>
            <a:r>
              <a:rPr sz="1800"/>
              <a:t>Skill-based task routing</a:t>
            </a:r>
          </a:p>
          <a:p>
            <a:pPr/>
            <a:r>
              <a:rPr sz="1800"/>
              <a:t>Sandboxed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