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56DB"/>
                </a:solidFill>
              </a:defRPr>
            </a:pPr>
            <a:r>
              <a:t>Template Cover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Template Cover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Point one with some detail text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two with more information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three - important note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four -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Content with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space for an image on the right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Introduction</a:t>
            </a:r>
          </a:p>
          <a:p>
            <a:pPr>
              <a:defRPr sz="2000"/>
            </a:pPr>
            <a:r>
              <a:t>2. Background</a:t>
            </a:r>
          </a:p>
          <a:p>
            <a:pPr>
              <a:defRPr sz="2000"/>
            </a:pPr>
            <a:r>
              <a:t>3. Solution</a:t>
            </a:r>
          </a:p>
          <a:p>
            <a:pPr>
              <a:defRPr sz="2000"/>
            </a:pPr>
            <a:r>
              <a:t>4. Results</a:t>
            </a:r>
          </a:p>
          <a:p>
            <a:pPr>
              <a:defRPr sz="2000"/>
            </a:pPr>
            <a:r>
              <a:t>5. Next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1A56DB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