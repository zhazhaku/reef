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333333"/>
                </a:solidFill>
              </a:defRPr>
            </a:pPr>
            <a:r>
              <a:t>Section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Point one with some detail text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Point two with more information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Point three - important note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Point four -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