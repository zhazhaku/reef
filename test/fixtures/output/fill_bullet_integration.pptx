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sz="1800"/>
              <a:t>Item 1 - Detail</a:t>
            </a:r>
          </a:p>
          <a:p>
            <a:pPr/>
            <a:r>
              <a:rPr sz="1800"/>
              <a:t>Item 2 - More detail</a:t>
            </a:r>
          </a:p>
          <a:p>
            <a:pPr/>
            <a:r>
              <a:rPr sz="1800"/>
              <a:t>Item 3 -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