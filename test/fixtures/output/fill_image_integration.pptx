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test_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0" y="1828800"/>
            <a:ext cx="3657600" cy="27432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