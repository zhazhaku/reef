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rPr b="1"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Q2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$12M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/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