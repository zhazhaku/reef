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A56DB"/>
                </a:solidFill>
              </a:defRPr>
            </a:pPr>
            <a:r>
              <a:rPr sz="4400">
                <a:solidFill>
                  <a:srgbClr val="1A56DB"/>
                </a:solidFill>
              </a:rPr>
              <a:t>Main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66666"/>
                </a:solidFill>
              </a:defRPr>
            </a:pPr>
            <a:r>
              <a:rPr sz="2400">
                <a:solidFill>
                  <a:srgbClr val="666666"/>
                </a:solidFill>
              </a:rPr>
              <a:t>Subtitle 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